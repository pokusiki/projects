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6F559E-0A14-48D2-A812-A3AA013044DB}" v="53" dt="2026-05-05T07:46:45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4731"/>
            <a:ext cx="9144000" cy="2387600"/>
          </a:xfrm>
        </p:spPr>
        <p:txBody>
          <a:bodyPr>
            <a:normAutofit/>
          </a:bodyPr>
          <a:lstStyle/>
          <a:p>
            <a:r>
              <a:rPr lang="ru-RU" sz="4800" dirty="0"/>
              <a:t>Телеграм бот для поиска текстов </a:t>
            </a:r>
            <a:r>
              <a:rPr lang="ru-RU" sz="4800"/>
              <a:t>песен на Genius API</a:t>
            </a:r>
            <a:endParaRPr lang="ru-RU" sz="4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431591"/>
            <a:ext cx="9144000" cy="1655762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DA6BE0-0C65-CCF3-C90C-575604BF2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937" y="355099"/>
            <a:ext cx="7146758" cy="1355641"/>
          </a:xfrm>
        </p:spPr>
        <p:txBody>
          <a:bodyPr/>
          <a:lstStyle/>
          <a:p>
            <a:r>
              <a:rPr lang="ru-RU"/>
              <a:t>И как же ж оно работает то?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DDF41E-3F5F-2A40-89E3-9C4F3AAE0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405" y="203678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/>
              <a:t>Ща увидите, не переживайте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2497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07859-58FE-5553-F354-D9B65ED16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45" y="734528"/>
            <a:ext cx="2922539" cy="982132"/>
          </a:xfrm>
        </p:spPr>
        <p:txBody>
          <a:bodyPr>
            <a:normAutofit/>
          </a:bodyPr>
          <a:lstStyle/>
          <a:p>
            <a:r>
              <a:rPr lang="ru-RU" sz="4000"/>
              <a:t>ЗАЛЕТАЕМ!!!</a:t>
            </a:r>
          </a:p>
        </p:txBody>
      </p:sp>
      <p:pic>
        <p:nvPicPr>
          <p:cNvPr id="4" name="Объект 3" descr="Изображение выглядит как текст, Графика, графический дизайн, графическая вста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77BC9B-AA0D-B073-34C4-FA4871C43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008" y="-1339"/>
            <a:ext cx="5255549" cy="697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69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F8811-AE58-6AE4-09B1-92FB7855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Конец презентации.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49D325-CDBC-5203-78FA-05425C29A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/>
              <a:t>Не, ну а че вы хотели? Тут показывать надо, а не говорить..</a:t>
            </a:r>
          </a:p>
        </p:txBody>
      </p:sp>
    </p:spTree>
    <p:extLst>
      <p:ext uri="{BB962C8B-B14F-4D97-AF65-F5344CB8AC3E}">
        <p14:creationId xmlns:p14="http://schemas.microsoft.com/office/powerpoint/2010/main" val="23348154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Телеграм бот для поиска текстов песен на Genius API</vt:lpstr>
      <vt:lpstr>И как же ж оно работает то?</vt:lpstr>
      <vt:lpstr>ЗАЛЕТАЕМ!!!</vt:lpstr>
      <vt:lpstr>Конец презентации.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</cp:revision>
  <dcterms:created xsi:type="dcterms:W3CDTF">2026-04-28T11:01:10Z</dcterms:created>
  <dcterms:modified xsi:type="dcterms:W3CDTF">2026-05-05T07:47:23Z</dcterms:modified>
</cp:coreProperties>
</file>