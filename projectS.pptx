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0EDD0-C54E-4EC8-8A36-5152F49A94A2}" v="147" dt="2026-04-28T11:06:14.1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28.04.2026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-677059"/>
            <a:ext cx="9144000" cy="2387600"/>
          </a:xfrm>
        </p:spPr>
        <p:txBody>
          <a:bodyPr>
            <a:normAutofit/>
          </a:bodyPr>
          <a:lstStyle/>
          <a:p>
            <a:r>
              <a:rPr lang="ru-RU" sz="4800"/>
              <a:t>Бот для поиска текстов песен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DA6BE0-0C65-CCF3-C90C-575604BF2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 как же ж оно работает то?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DDF41E-3F5F-2A40-89E3-9C4F3AAE0A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405" y="203678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/>
              <a:t>Ща увидите, не переживайте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2497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FF8811-AE58-6AE4-09B1-92FB78554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Конец презентации.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49D325-CDBC-5203-78FA-05425C29A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/>
              <a:t>Не, ну а че вы хотели? Тут показывать надо, а не говорить!</a:t>
            </a:r>
          </a:p>
        </p:txBody>
      </p:sp>
    </p:spTree>
    <p:extLst>
      <p:ext uri="{BB962C8B-B14F-4D97-AF65-F5344CB8AC3E}">
        <p14:creationId xmlns:p14="http://schemas.microsoft.com/office/powerpoint/2010/main" val="23348154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4" baseType="lpstr">
      <vt:lpstr>Тема Office</vt:lpstr>
      <vt:lpstr>Бот для поиска текстов песен</vt:lpstr>
      <vt:lpstr>И как же ж оно работает то?</vt:lpstr>
      <vt:lpstr>Конец презентации.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</cp:revision>
  <dcterms:created xsi:type="dcterms:W3CDTF">2026-04-28T11:01:10Z</dcterms:created>
  <dcterms:modified xsi:type="dcterms:W3CDTF">2026-04-28T11:06:25Z</dcterms:modified>
</cp:coreProperties>
</file>